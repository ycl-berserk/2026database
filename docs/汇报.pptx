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14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14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owner；仅剩一个 owner 时拒绝移除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对象白名单：13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231 项测试与 38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135 unit + 96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输出：38/38 PASS，0 FAIL，约 1–4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15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个核心实体，14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231 项测试 + 38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