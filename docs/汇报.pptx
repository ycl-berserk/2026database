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秒：搜索“隔离级别”进入会话详情；说明无模型时纯词法，配置后自动混合检索；AI 建议只回填表单，保存后才写库。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秒：讲边表、触发器防环、递归闭包；指出页面拆成 6 张课程子图，避免一张巨图。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检索与整理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ILIKE、RRF、建议回填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15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知识结构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tag_edges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先修边唯一；触发器递归防环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15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ID、消息序号、标签名、先修边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开始、先修边两端不同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owner；先修边同属主且不形成环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AI 建议：摘要与标签只回填，确认后入库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知识先修图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把标签连成 DAG：先学什么，后学什么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09728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图模型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tag_edges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(from → 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2887" y="1481328"/>
            <a:ext cx="73152" cy="109728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防环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触发器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递归 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7" y="1481328"/>
            <a:ext cx="73152" cy="109728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闭包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视图实时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最短深度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7889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先修边唯一 (from_tag_id, to_tag_id)，两端必须同一属主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写入前从后继出发递归检查，能回到先修就拒绝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闭包不落表，边变化后立即生效，无冗余一致性问题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页面按主导课程拆成 6 张 SVG 子图，最长路径分层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0060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910328"/>
            <a:ext cx="5285231" cy="12893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WITH RECURSIVE walk AS (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id AS tag, id AS prereq, 0 AS depth, ARRAY[id] AS path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app.tags WHERE owner_id = :uid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UNION ALL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w.tag, e.from_tag_id, w.depth + 1, w.path || e.from_tag_id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walk w JOIN app.tag_edges e ON e.to_tag_id = w.prereq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WHERE NOT e.from_tag_id = ANY (w.path)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) SELECT DISTINCT ON (tag, prereq) ...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629400" y="1481328"/>
          <a:ext cx="4800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194560"/>
                <a:gridCol w="91440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标签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先修（间接）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深度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B+树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Dijkstra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29400" y="3154680"/>
            <a:ext cx="480060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直接先修深度为 1，如 索引 → SQL、最短路径 → 图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DISTINCT ON 只保留每对标签的最短路径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path 数组同时防止环路重复展开与无限递归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t2s.v_my_tag_prerequisites 对 Text2SQL 暴露同一闭包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种子数据：59 标签、32 条先修边、6 张课程卡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对象白名单：15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264 项测试与 39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153 unit + 111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输出：39/39 PASS，0 FAIL，约 2–4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检索：关键词、课程、标签、全局搜索、混合检索、AI 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知识结构：先修边防环、递归闭包、Text2SQL 可查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采集：令牌作用域、限流、Bearer 与 MCP 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583387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593445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15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AI 建议直接入库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人工确认 + 复用总结批注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避免污染与重复表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先修图只在应用层防环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触发器递归 CTE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所有写入入口共享约束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16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个核心实体，15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标签先修图：触发器防环 + 递归闭包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264 项测试 + 39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