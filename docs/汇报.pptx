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的聚合边界；R01–R08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秒：搜索“隔离级别”进入会话详情，讲 trgm、分页和上下文。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八项功能需求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检索阅读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ILIKE、分页、上下文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1:N、复合唯一键、部分索引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结构化字段完整，便于校验与映射；真实平台导出可加适配层。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12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annotation_id)；级联删除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运维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text2sql_log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唯一；执行结果审计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12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owner；仅剩一个 owner 时拒绝移除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020" y="3017520"/>
            <a:ext cx="4442974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623" y="1417320"/>
            <a:ext cx="106499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SQL 守卫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只允许多一条 SELECT / WITH，拒绝 DDL、DML、注释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对象白名单：13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116 项测试与 26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56 unit + 60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输出：26/26 PASS，0 FAIL，约 0.8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导入：幂等、重复、损坏文件、事务回滚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检索：关键词、课程、标签、上下文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Text2SQL：恶意 SQL、跨用户、只读兜底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导出：CSV 与 Markdown 声明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复用 ReviewMate 向量模型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15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个核心实体，12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116 项测试 + 26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